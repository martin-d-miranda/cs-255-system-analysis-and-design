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60" r:id="rId3"/>
    <p:sldId id="261" r:id="rId4"/>
    <p:sldId id="267" r:id="rId5"/>
    <p:sldId id="263" r:id="rId6"/>
    <p:sldId id="265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6" autoAdjust="0"/>
    <p:restoredTop sz="65796" autoAdjust="0"/>
  </p:normalViewPr>
  <p:slideViewPr>
    <p:cSldViewPr snapToGrid="0">
      <p:cViewPr varScale="1">
        <p:scale>
          <a:sx n="77" d="100"/>
          <a:sy n="77" d="100"/>
        </p:scale>
        <p:origin x="18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9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6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35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8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11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6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7" Type="http://schemas.openxmlformats.org/officeDocument/2006/relationships/image" Target="../media/image3.png"/><Relationship Id="rId2" Type="http://schemas.microsoft.com/office/2007/relationships/media" Target="../media/media1.mp3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audio" Target="../media/media2.mp3"/><Relationship Id="rId7" Type="http://schemas.openxmlformats.org/officeDocument/2006/relationships/image" Target="../media/image4.png"/><Relationship Id="rId2" Type="http://schemas.microsoft.com/office/2007/relationships/media" Target="../media/media2.mp3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audio" Target="../media/media3.mp3"/><Relationship Id="rId7" Type="http://schemas.openxmlformats.org/officeDocument/2006/relationships/image" Target="../media/image5.png"/><Relationship Id="rId2" Type="http://schemas.microsoft.com/office/2007/relationships/media" Target="../media/media3.mp3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p3"/><Relationship Id="rId7" Type="http://schemas.openxmlformats.org/officeDocument/2006/relationships/image" Target="../media/image3.png"/><Relationship Id="rId2" Type="http://schemas.microsoft.com/office/2007/relationships/media" Target="../media/media4.mp3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p3"/><Relationship Id="rId7" Type="http://schemas.openxmlformats.org/officeDocument/2006/relationships/image" Target="../media/image3.png"/><Relationship Id="rId2" Type="http://schemas.microsoft.com/office/2007/relationships/media" Target="../media/media5.mp3"/><Relationship Id="rId1" Type="http://schemas.openxmlformats.org/officeDocument/2006/relationships/tags" Target="../tags/tag7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DriverPass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Prepared by: Martin Miranda</a:t>
            </a:r>
            <a:endParaRPr dirty="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8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Functional Requirements: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The system must allow Customers to register accounts, choose package tiers, and input pickup/drop-off locations for lesson bookings.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The system must allow the Owner and IT Officer to dynamically toggle the status of training packages and block/disable accounts through an administrative control screen.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Nonfunctional Requirements: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Security &amp; Access Control: The system must restrict administrative configurations to authenticated Owner and IT Officer credentials via role-based access tokens.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Data Integrity &amp; Consistency: The database must use strict transaction isolation controls to prevent double-booking of a single instructor or vehicle slot during concurrent scheduling traffic.</a:t>
            </a:r>
          </a:p>
        </p:txBody>
      </p:sp>
      <p:pic>
        <p:nvPicPr>
          <p:cNvPr id="4" name="Voice Note For Presentation (Slide 2)">
            <a:hlinkClick r:id="" action="ppaction://media"/>
            <a:extLst>
              <a:ext uri="{FF2B5EF4-FFF2-40B4-BE49-F238E27FC236}">
                <a16:creationId xmlns:a16="http://schemas.microsoft.com/office/drawing/2014/main" id="{FB218B1B-15DD-051D-BE14-EF6FCCC01C5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77311" y="31242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588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23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C444A6-5802-5B7B-3A16-A2D796BED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722189" y="71604"/>
            <a:ext cx="3425160" cy="6714792"/>
          </a:xfrm>
          <a:prstGeom prst="rect">
            <a:avLst/>
          </a:prstGeom>
        </p:spPr>
      </p:pic>
      <p:pic>
        <p:nvPicPr>
          <p:cNvPr id="6" name="Voice Note For Presentation (Slide 3)">
            <a:hlinkClick r:id="" action="ppaction://media"/>
            <a:extLst>
              <a:ext uri="{FF2B5EF4-FFF2-40B4-BE49-F238E27FC236}">
                <a16:creationId xmlns:a16="http://schemas.microsoft.com/office/drawing/2014/main" id="{A706572A-4B20-B4F7-0176-59C55736B7FE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642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Activity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A43C04-5E8F-081B-01E4-F3910D581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4972008" y="2984693"/>
            <a:ext cx="7219992" cy="888614"/>
          </a:xfrm>
          <a:prstGeom prst="rect">
            <a:avLst/>
          </a:prstGeom>
        </p:spPr>
      </p:pic>
      <p:pic>
        <p:nvPicPr>
          <p:cNvPr id="6" name="Voice Note For Presentation (Slide 4)">
            <a:hlinkClick r:id="" action="ppaction://media"/>
            <a:extLst>
              <a:ext uri="{FF2B5EF4-FFF2-40B4-BE49-F238E27FC236}">
                <a16:creationId xmlns:a16="http://schemas.microsoft.com/office/drawing/2014/main" id="{0E937A1B-512B-534C-B821-05663FA55A1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05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63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 fontScale="92500"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Network Encryption: Employs mandatory HTTPS data paths secured via modern SSL/TLS certificates to safeguard personal information and credentials during transit.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Role-Based Access Control (RBAC): Integrates secure OAuth 2.0/OpenID Connect layers to strictly segment roles, locking out standard customers or secretaries from administrative interfaces.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Immutable Audit Trails: Deploys a dedicated centralized log storage layer (such as the ELK Stack) to register and protect security audit logs every time an administrator modifies packages or alters user privileges.</a:t>
            </a:r>
            <a:endParaRPr sz="2400" dirty="0">
              <a:solidFill>
                <a:srgbClr val="000000"/>
              </a:solidFill>
            </a:endParaRPr>
          </a:p>
        </p:txBody>
      </p:sp>
      <p:pic>
        <p:nvPicPr>
          <p:cNvPr id="4" name="Voice Note For Presentation (Slide 5)">
            <a:hlinkClick r:id="" action="ppaction://media"/>
            <a:extLst>
              <a:ext uri="{FF2B5EF4-FFF2-40B4-BE49-F238E27FC236}">
                <a16:creationId xmlns:a16="http://schemas.microsoft.com/office/drawing/2014/main" id="{AA51E71C-274F-0629-C9B6-172D4813F62D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84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1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 fontScale="92500"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External Dependency Risk: System tracking updates are directly dependent on the availability and uptime of the third-party DMV System API endpoint.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Manual Asset Overrides: While the software perfectly optimizes digital resource allocation (</a:t>
            </a:r>
            <a:r>
              <a:rPr lang="en-US" sz="2400" dirty="0" err="1">
                <a:solidFill>
                  <a:srgbClr val="000000"/>
                </a:solidFill>
              </a:rPr>
              <a:t>verifyAvailability</a:t>
            </a:r>
            <a:r>
              <a:rPr lang="en-US" sz="2400" dirty="0">
                <a:solidFill>
                  <a:srgbClr val="000000"/>
                </a:solidFill>
              </a:rPr>
              <a:t>), it remains dependent on human entries for structural edge-cases like unexpected physical vehicle maintenance delays or sudden instructor leave.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No In-App Native Payment Gateway: The architecture relies on structural package credit balances and deductions rather than managing direct bank or card merchant clearing logic directly on the portal.</a:t>
            </a:r>
            <a:endParaRPr sz="2400" dirty="0">
              <a:solidFill>
                <a:srgbClr val="000000"/>
              </a:solidFill>
            </a:endParaRPr>
          </a:p>
        </p:txBody>
      </p:sp>
      <p:pic>
        <p:nvPicPr>
          <p:cNvPr id="4" name="Voice Note For Presentation (Slide 6)">
            <a:hlinkClick r:id="" action="ppaction://media"/>
            <a:extLst>
              <a:ext uri="{FF2B5EF4-FFF2-40B4-BE49-F238E27FC236}">
                <a16:creationId xmlns:a16="http://schemas.microsoft.com/office/drawing/2014/main" id="{C27F8944-C7B0-4BEF-4D5C-3A87C5894B8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514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2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WebD281</Template>
  <TotalTime>2824</TotalTime>
  <Words>312</Words>
  <Application>Microsoft Office PowerPoint</Application>
  <PresentationFormat>Widescreen</PresentationFormat>
  <Paragraphs>25</Paragraphs>
  <Slides>6</Slides>
  <Notes>6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DriverPass System Analysis</vt:lpstr>
      <vt:lpstr>System Requirements</vt:lpstr>
      <vt:lpstr>Use Case Diagram</vt:lpstr>
      <vt:lpstr>Activity Diagram</vt:lpstr>
      <vt:lpstr>Security</vt:lpstr>
      <vt:lpstr>System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</dc:title>
  <dc:creator>Loay Alnaji</dc:creator>
  <cp:lastModifiedBy>Miranda, Martin</cp:lastModifiedBy>
  <cp:revision>21</cp:revision>
  <dcterms:created xsi:type="dcterms:W3CDTF">2019-10-14T02:36:52Z</dcterms:created>
  <dcterms:modified xsi:type="dcterms:W3CDTF">2026-06-22T03:32:42Z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17B2C008-CF5F-4D7E-BF2C-A283A0269B28</vt:lpwstr>
  </property>
  <property fmtid="{D5CDD505-2E9C-101B-9397-08002B2CF9AE}" pid="3" name="ArticulatePath">
    <vt:lpwstr>CS 255 Client Presentation Template</vt:lpwstr>
  </property>
</Properties>
</file>